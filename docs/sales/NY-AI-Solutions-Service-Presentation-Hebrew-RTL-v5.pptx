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f58514fdd47ca" /><Relationship Type="http://schemas.openxmlformats.org/officeDocument/2006/relationships/extended-properties" Target="/docProps/app.xml" Id="R61dc2ddfd66344fe" /><Relationship Type="http://schemas.openxmlformats.org/officeDocument/2006/relationships/officeDocument" Target="/ppt/presentation.xml" Id="Rf57935b89ca3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b6d17e745647ce"/>
  </p:sldMasterIdLst>
  <p:notesMasterIdLst>
    <p:notesMasterId xmlns:r="http://schemas.openxmlformats.org/officeDocument/2006/relationships" r:id="Rd8556454a7474a4f"/>
  </p:notesMasterIdLst>
  <p:sldIdLst>
    <p:sldId xmlns:r="http://schemas.openxmlformats.org/officeDocument/2006/relationships" id="256" r:id="R830aa43d10a246e1"/>
    <p:sldId xmlns:r="http://schemas.openxmlformats.org/officeDocument/2006/relationships" id="257" r:id="Re676e538bf4d4d8e"/>
    <p:sldId xmlns:r="http://schemas.openxmlformats.org/officeDocument/2006/relationships" id="258" r:id="R2b7bda218fb242b1"/>
    <p:sldId xmlns:r="http://schemas.openxmlformats.org/officeDocument/2006/relationships" id="259" r:id="R86243a7b819c4449"/>
    <p:sldId xmlns:r="http://schemas.openxmlformats.org/officeDocument/2006/relationships" id="260" r:id="R1a45be92ee3a4781"/>
    <p:sldId xmlns:r="http://schemas.openxmlformats.org/officeDocument/2006/relationships" id="261" r:id="R87b7ee68bcd9407d"/>
    <p:sldId xmlns:r="http://schemas.openxmlformats.org/officeDocument/2006/relationships" id="262" r:id="R2d44fb3c6ded446e"/>
    <p:sldId xmlns:r="http://schemas.openxmlformats.org/officeDocument/2006/relationships" id="263" r:id="Rf42fa873da6d41d6"/>
    <p:sldId xmlns:r="http://schemas.openxmlformats.org/officeDocument/2006/relationships" id="264" r:id="R433c3f6b97634df8"/>
    <p:sldId xmlns:r="http://schemas.openxmlformats.org/officeDocument/2006/relationships" id="265" r:id="R3d6f5c19b862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9f8f82f9e40b3" /><Relationship Type="http://schemas.openxmlformats.org/officeDocument/2006/relationships/slideMaster" Target="/ppt/slideMasters/slideMaster1.xml" Id="R46b6d17e745647ce" /><Relationship Type="http://schemas.openxmlformats.org/officeDocument/2006/relationships/notesMaster" Target="/ppt/notesMasters/notesMaster1.xml" Id="Rd8556454a7474a4f" /><Relationship Type="http://schemas.openxmlformats.org/officeDocument/2006/relationships/presProps" Target="/ppt/presProps.xml" Id="R5f3c59b6a9424d95" /><Relationship Type="http://schemas.openxmlformats.org/officeDocument/2006/relationships/tableStyles" Target="/ppt/tableStyles.xml" Id="R82832cfb97ec46c8" /><Relationship Type="http://schemas.openxmlformats.org/officeDocument/2006/relationships/slide" Target="/ppt/slides/slide1.xml" Id="R830aa43d10a246e1" /><Relationship Type="http://schemas.openxmlformats.org/officeDocument/2006/relationships/slide" Target="/ppt/slides/slide2.xml" Id="Re676e538bf4d4d8e" /><Relationship Type="http://schemas.openxmlformats.org/officeDocument/2006/relationships/slide" Target="/ppt/slides/slide3.xml" Id="R2b7bda218fb242b1" /><Relationship Type="http://schemas.openxmlformats.org/officeDocument/2006/relationships/slide" Target="/ppt/slides/slide4.xml" Id="R86243a7b819c4449" /><Relationship Type="http://schemas.openxmlformats.org/officeDocument/2006/relationships/slide" Target="/ppt/slides/slide5.xml" Id="R1a45be92ee3a4781" /><Relationship Type="http://schemas.openxmlformats.org/officeDocument/2006/relationships/slide" Target="/ppt/slides/slide6.xml" Id="R87b7ee68bcd9407d" /><Relationship Type="http://schemas.openxmlformats.org/officeDocument/2006/relationships/slide" Target="/ppt/slides/slide7.xml" Id="R2d44fb3c6ded446e" /><Relationship Type="http://schemas.openxmlformats.org/officeDocument/2006/relationships/slide" Target="/ppt/slides/slide8.xml" Id="Rf42fa873da6d41d6" /><Relationship Type="http://schemas.openxmlformats.org/officeDocument/2006/relationships/slide" Target="/ppt/slides/slide9.xml" Id="R433c3f6b97634df8" /><Relationship Type="http://schemas.openxmlformats.org/officeDocument/2006/relationships/slide" Target="/ppt/slides/slide10.xml" Id="R3d6f5c19b862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146cce445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cbd5c219c4ce6" /><Relationship Type="http://schemas.openxmlformats.org/officeDocument/2006/relationships/notesMaster" Target="/ppt/notesMasters/notesMaster1.xml" Id="R948d564c86c4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ffb6ec82ed4432" /><Relationship Type="http://schemas.openxmlformats.org/officeDocument/2006/relationships/notesMaster" Target="/ppt/notesMasters/notesMaster1.xml" Id="Rd26196fa6308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305a4361a4003" /><Relationship Type="http://schemas.openxmlformats.org/officeDocument/2006/relationships/notesMaster" Target="/ppt/notesMasters/notesMaster1.xml" Id="R571412b70b9d4c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bc04d6134d48a2" /><Relationship Type="http://schemas.openxmlformats.org/officeDocument/2006/relationships/notesMaster" Target="/ppt/notesMasters/notesMaster1.xml" Id="Rec9683ca5abd42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2d56e0e91d4b36" /><Relationship Type="http://schemas.openxmlformats.org/officeDocument/2006/relationships/notesMaster" Target="/ppt/notesMasters/notesMaster1.xml" Id="Rf5672464b1fc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c982d2df5943a3" /><Relationship Type="http://schemas.openxmlformats.org/officeDocument/2006/relationships/notesMaster" Target="/ppt/notesMasters/notesMaster1.xml" Id="R4806a2a0face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1bb5891f0f45dd" /><Relationship Type="http://schemas.openxmlformats.org/officeDocument/2006/relationships/notesMaster" Target="/ppt/notesMasters/notesMaster1.xml" Id="Rb746b68e54f942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679755c4a24b84" /><Relationship Type="http://schemas.openxmlformats.org/officeDocument/2006/relationships/notesMaster" Target="/ppt/notesMasters/notesMaster1.xml" Id="Rd632aa8433a7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06597fafd643f4" /><Relationship Type="http://schemas.openxmlformats.org/officeDocument/2006/relationships/notesMaster" Target="/ppt/notesMasters/notesMaster1.xml" Id="R1f44d988089149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56dc446134641" /><Relationship Type="http://schemas.openxmlformats.org/officeDocument/2006/relationships/notesMaster" Target="/ppt/notesMasters/notesMaster1.xml" Id="Rb78f636410d142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Builder OS: 2026-08-11-ny-ai-consulting-launch.md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app/benefits/page.tsx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- Builder OS: thinking-tools-guide.md</a:t>
            </a:r>
          </a:p>
          <a:p xmlns:a="http://schemas.openxmlformats.org/drawingml/2006/main">
            <a:r>
              <a:t>- Builder OS: IDEATION v0.2.md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docs/clients/2026-08-30-michal-engagement-retro.md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docs/toolkit/01-intake.md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07e69774640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814c3635da461a" /><Relationship Type="http://schemas.openxmlformats.org/officeDocument/2006/relationships/slideLayout" Target="/ppt/slideLayouts/slideLayout1.xml" Id="Rbc0681d29c77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0681d29c77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cc91b67d8425d" /><Relationship Type="http://schemas.openxmlformats.org/officeDocument/2006/relationships/image" Target="/ppt/media/image.png" Id="R0e14ce68a7b54cb6" /><Relationship Type="http://schemas.openxmlformats.org/officeDocument/2006/relationships/notesSlide" Target="/ppt/notesSlides/notesSlide1.xml" Id="R5b0b5b1d0ac145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69a50d9084dfa" /><Relationship Type="http://schemas.openxmlformats.org/officeDocument/2006/relationships/image" Target="/ppt/media/image2.png" Id="Rab5a941bd1d14622" /><Relationship Type="http://schemas.openxmlformats.org/officeDocument/2006/relationships/notesSlide" Target="/ppt/notesSlides/notesSlide2.xml" Id="R23064d3d92ff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0e14009304878" /><Relationship Type="http://schemas.openxmlformats.org/officeDocument/2006/relationships/image" Target="/ppt/media/image3.png" Id="R7b7d4f33b29b4968" /><Relationship Type="http://schemas.openxmlformats.org/officeDocument/2006/relationships/notesSlide" Target="/ppt/notesSlides/notesSlide3.xml" Id="R33ac9d58d2f2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10dd39874f5d" /><Relationship Type="http://schemas.openxmlformats.org/officeDocument/2006/relationships/image" Target="/ppt/media/image4.png" Id="Ref7232cd43e44356" /><Relationship Type="http://schemas.openxmlformats.org/officeDocument/2006/relationships/notesSlide" Target="/ppt/notesSlides/notesSlide4.xml" Id="Ra25724b08a384c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560660e4d464d" /><Relationship Type="http://schemas.openxmlformats.org/officeDocument/2006/relationships/image" Target="/ppt/media/image5.png" Id="R7e60e77705ea423d" /><Relationship Type="http://schemas.openxmlformats.org/officeDocument/2006/relationships/notesSlide" Target="/ppt/notesSlides/notesSlide5.xml" Id="Re9746cb63efd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199154e0425b" /><Relationship Type="http://schemas.openxmlformats.org/officeDocument/2006/relationships/image" Target="/ppt/media/image6.png" Id="Rea6b04acc9de42dd" /><Relationship Type="http://schemas.openxmlformats.org/officeDocument/2006/relationships/notesSlide" Target="/ppt/notesSlides/notesSlide6.xml" Id="R0f341689508e45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5f67e45664a28" /><Relationship Type="http://schemas.openxmlformats.org/officeDocument/2006/relationships/image" Target="/ppt/media/image7.png" Id="R1c98c5f3cc674b20" /><Relationship Type="http://schemas.openxmlformats.org/officeDocument/2006/relationships/notesSlide" Target="/ppt/notesSlides/notesSlide7.xml" Id="R4ebf38bce28144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c86fa7bd142a7" /><Relationship Type="http://schemas.openxmlformats.org/officeDocument/2006/relationships/image" Target="/ppt/media/image8.png" Id="R02ef692cf8a24513" /><Relationship Type="http://schemas.openxmlformats.org/officeDocument/2006/relationships/notesSlide" Target="/ppt/notesSlides/notesSlide8.xml" Id="R09be48e8bd4446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633014b504017" /><Relationship Type="http://schemas.openxmlformats.org/officeDocument/2006/relationships/image" Target="/ppt/media/image9.png" Id="R5ef400a7cf8544d0" /><Relationship Type="http://schemas.openxmlformats.org/officeDocument/2006/relationships/notesSlide" Target="/ppt/notesSlides/notesSlide9.xml" Id="R75cb5b83813047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30897eb29431a" /><Relationship Type="http://schemas.openxmlformats.org/officeDocument/2006/relationships/image" Target="/ppt/media/image10.png" Id="R818aaa6d30c84b40" /><Relationship Type="http://schemas.openxmlformats.org/officeDocument/2006/relationships/notesSlide" Target="/ppt/notesSlides/notesSlide10.xml" Id="R33ac65654f8d4b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4ce68a7b54c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449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a941bd1d146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950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d4f33b29b49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7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232cd43e443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081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0e77705ea42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619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b04acc9de42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55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8c5f3cc674b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25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f692cf8a245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747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400a7cf8544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632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aa6d30c84b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25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2026-08-30T16:09:28.1880000Z</dcterms:created>
  <dcterms:modified xsi:type="dcterms:W3CDTF">2026-08-30T16:09:28.1890000Z</dcterms:modified>
</coreProperties>
</file>